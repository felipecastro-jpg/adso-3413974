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61B7322-A5A4-63BC-5E1D-5AD32038E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31551"/>
              </p:ext>
            </p:extLst>
          </p:nvPr>
        </p:nvGraphicFramePr>
        <p:xfrm>
          <a:off x="2184400" y="1295401"/>
          <a:ext cx="11887199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9">
                  <a:extLst>
                    <a:ext uri="{9D8B030D-6E8A-4147-A177-3AD203B41FA5}">
                      <a16:colId xmlns:a16="http://schemas.microsoft.com/office/drawing/2014/main" val="2906943253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r>
                        <a:rPr lang="es-CO" sz="7200" dirty="0">
                          <a:solidFill>
                            <a:schemeClr val="accent5"/>
                          </a:solidFill>
                        </a:rPr>
                        <a:t>Trasformemos el supermercado la esquina hoy.</a:t>
                      </a:r>
                    </a:p>
                    <a:p>
                      <a:r>
                        <a:rPr lang="es-CO" sz="720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r>
                        <a:rPr lang="es-CO" sz="3200" dirty="0">
                          <a:solidFill>
                            <a:srgbClr val="FF0000"/>
                          </a:solidFill>
                        </a:rPr>
                        <a:t>Próximos pasos para iniciar la transición tecnológica.</a:t>
                      </a:r>
                      <a:endParaRPr lang="es-MX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903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25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</Words>
  <Application>Microsoft Office PowerPoint</Application>
  <PresentationFormat>Personalizado</PresentationFormat>
  <Paragraphs>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Andres Bedoya</cp:lastModifiedBy>
  <cp:revision>3</cp:revision>
  <dcterms:created xsi:type="dcterms:W3CDTF">2006-08-16T00:00:00Z</dcterms:created>
  <dcterms:modified xsi:type="dcterms:W3CDTF">2026-05-15T20:02:46Z</dcterms:modified>
</cp:coreProperties>
</file>